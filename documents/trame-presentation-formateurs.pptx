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3" name="Image 0" descr="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DE PRÉSENTATION — COURS FORMATEURS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d'emploi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9659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fichier est le modèle officiel à utiliser pour tout support de cours (diaporama) présenté par un formateur du CQP Instructeur Fitness. Il est identique pour tous les intervenants, quel que soit le bloc de compétences enseigné.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88036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852928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Dupliquez ce fichier et renommez-le : BC[n]-[intitulé de la séance]-[votre nom].pptx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447288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447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3419856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Complétez chaque diapositive en respectant sa fonction (indiquée dans les zones grisées)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4014216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4014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3986784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supprimez aucune des 8 sections obligatoires (title, objectifs, référentiel, plan, contenu, application, synthèse, ressources)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4581144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455371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diapositive « Contenu » peut être dupliquée autant de fois que nécessaire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5148072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5148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" y="51206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Conservez la charte graphique : couleurs, police, logo et pied de page ne se modifient pas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57200" y="571500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5715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4400" y="5687568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Envoyez le fichier complété à Garry Babaud (coordinateur pédagogique) au moins une semaine avant la séance pour validation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" y="63093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grisées en italique = à compléter  ·  Zones noires = structure fixe, ne pas modifier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L'ÉCOLE DES COACHS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2344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CQP INSTRUCTEUR FITNESS — RNCP40595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2286000"/>
            <a:ext cx="11094415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2395728"/>
            <a:ext cx="107286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[Intitulé de la séance]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3566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de compétences : </a:t>
            </a:r>
            <a:pPr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[BC_]</a:t>
            </a:r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Compétence(s) visée(s) : </a:t>
            </a:r>
            <a:pPr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[C.x.x.x, C.x.x.x…]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297680"/>
            <a:ext cx="3515258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38912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FORMATEUR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" y="4645152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 du formateur]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8218" y="4297680"/>
            <a:ext cx="3515258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75378" y="438912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475378" y="4645152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 h]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27797" y="4297680"/>
            <a:ext cx="3515258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4957" y="438912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64957" y="4645152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[Rentrée — mois/année]</a:t>
            </a:r>
            <a:endParaRPr lang="en-US" sz="1250" dirty="0"/>
          </a:p>
        </p:txBody>
      </p:sp>
      <p:pic>
        <p:nvPicPr>
          <p:cNvPr id="17" name="Image 1" descr="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291072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L'ÉCOLE DES COACHS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8076895" y="6309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DE TITRE — 1/8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320040" y="6199632"/>
            <a:ext cx="1155161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3" name="Image 0" descr="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PÉDAGOGIQUES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l'issue de cette séance, le stagiaire sera capable de 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1094415" cy="9144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938528"/>
            <a:ext cx="107286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[Objectif pédagogique 1 — verbe d'action + compétence visée]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11094415" cy="9144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081528"/>
            <a:ext cx="107286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[Objectif pédagogique 2 — verbe d'action + compétence visée]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114800"/>
            <a:ext cx="11094415" cy="9144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4224528"/>
            <a:ext cx="107286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[Objectif pédagogique 3 — verbe d'action + compétence visée]</a:t>
            </a:r>
            <a:endParaRPr lang="en-US" sz="1400" dirty="0"/>
          </a:p>
        </p:txBody>
      </p:sp>
      <p:pic>
        <p:nvPicPr>
          <p:cNvPr id="12" name="Image 1" descr="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29107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L'ÉCOLE DES COACHS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8076895" y="6309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— 2/8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20040" y="6199632"/>
            <a:ext cx="1155161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3" name="Image 0" descr="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RAPPEL DU RÉFÉRENTIEL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du RACE mobilisées dans cette séance :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2194560"/>
        </p:xfrm>
        <a:graphic>
          <a:graphicData uri="http://schemas.openxmlformats.org/drawingml/2006/table">
            <a:tbl>
              <a:tblPr/>
              <a:tblGrid>
                <a:gridCol w="2011680"/>
                <a:gridCol w="908273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Intitulé de la compétence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[C.x.x.x]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[Intitulé de la compétence]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[C.x.x.x]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[Intitulé de la compétence]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[C.x.x.x]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[Intitulé de la compétence]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1" descr="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291072"/>
            <a:ext cx="292608" cy="2926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5800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L'ÉCOLE DES COACHS</a:t>
            </a:r>
            <a:endParaRPr lang="en-US" sz="800" dirty="0"/>
          </a:p>
        </p:txBody>
      </p:sp>
      <p:sp>
        <p:nvSpPr>
          <p:cNvPr id="9" name="Text 4"/>
          <p:cNvSpPr/>
          <p:nvPr/>
        </p:nvSpPr>
        <p:spPr>
          <a:xfrm>
            <a:off x="8076895" y="6309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 — 3/8</a:t>
            </a:r>
            <a:endParaRPr lang="en-US" sz="800" dirty="0"/>
          </a:p>
        </p:txBody>
      </p:sp>
      <p:sp>
        <p:nvSpPr>
          <p:cNvPr id="10" name="Shape 5"/>
          <p:cNvSpPr/>
          <p:nvPr/>
        </p:nvSpPr>
        <p:spPr>
          <a:xfrm>
            <a:off x="320040" y="6199632"/>
            <a:ext cx="1155161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3" name="Image 0" descr="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SÉANCE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1560" y="12618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[Partie 1 — intitulé]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997135" y="1280160"/>
            <a:ext cx="1645920" cy="29260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97135" y="1280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 min]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192024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1560" y="19019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[Partie 2 — intitulé]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997135" y="1920240"/>
            <a:ext cx="1645920" cy="29260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97135" y="19202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 min]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256032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" y="25420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[Partie 3 — intitulé]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997135" y="2560320"/>
            <a:ext cx="1645920" cy="29260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97135" y="2560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 min]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320040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5156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[Partie 4 — intitulé]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9997135" y="3200400"/>
            <a:ext cx="1645920" cy="29260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97135" y="3200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 min]</a:t>
            </a:r>
            <a:endParaRPr lang="en-US" sz="1050" dirty="0"/>
          </a:p>
        </p:txBody>
      </p:sp>
      <p:pic>
        <p:nvPicPr>
          <p:cNvPr id="25" name="Image 1" descr="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291072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85800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L'ÉCOLE DES COACHS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8076895" y="6309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— 4/8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320040" y="6199632"/>
            <a:ext cx="1155161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3" name="Image 0" descr="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— [PARTIE N]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Dupliquez cette diapositive autant de fois que nécessaire (une par partie du plan).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6492240" cy="42062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618488"/>
            <a:ext cx="612648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[Apports théoriques et/ou techniques de cette partie, illustrés d'exemples concrets liés au métier d'instructeur fitness]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0" y="1508760"/>
            <a:ext cx="4327855" cy="42062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0" y="1618488"/>
            <a:ext cx="3962095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[Insérer ici un schéma, une photo ou une illustration]</a:t>
            </a:r>
            <a:endParaRPr lang="en-US" sz="1200" dirty="0"/>
          </a:p>
        </p:txBody>
      </p:sp>
      <p:pic>
        <p:nvPicPr>
          <p:cNvPr id="10" name="Image 1" descr="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29107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L'ÉCOLE DES COACHS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076895" y="6309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— 5/8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20040" y="6199632"/>
            <a:ext cx="1155161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3" name="Image 0" descr="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APPLICATION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11094415" cy="128016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98448"/>
            <a:ext cx="1072865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[Décrire l'exercice, l'étude de cas ou la mise en situation pratique proposée aux stagiaires]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3515258" cy="173736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283464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85800" y="3154680"/>
            <a:ext cx="32409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[Déroulé pas-à-pas de l'exercice]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38218" y="2697480"/>
            <a:ext cx="3515258" cy="173736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75378" y="283464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475378" y="3154680"/>
            <a:ext cx="32409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 min]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27797" y="2697480"/>
            <a:ext cx="3515258" cy="173736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64957" y="283464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MATÉRIEL NÉCESSAIRE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264957" y="3154680"/>
            <a:ext cx="32409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[Liste du matériel]</a:t>
            </a:r>
            <a:endParaRPr lang="en-US" sz="1200" dirty="0"/>
          </a:p>
        </p:txBody>
      </p:sp>
      <p:pic>
        <p:nvPicPr>
          <p:cNvPr id="16" name="Image 1" descr="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29107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5800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L'ÉCOLE DES COACHS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076895" y="6309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— 6/8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20040" y="6199632"/>
            <a:ext cx="1155161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3" name="Image 0" descr="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ET ÉVALUATION FORMATIVE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256032" cy="25603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clés à retenir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94415" cy="155448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64208"/>
            <a:ext cx="10728655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[Lister les 3 à 5 points essentiels de la séance]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256032" cy="25603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de vérification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11094415" cy="155448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904488"/>
            <a:ext cx="10728655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[Questions orales ou écrites permettant de vérifier la compréhension des stagiaires]</a:t>
            </a:r>
            <a:endParaRPr lang="en-US" sz="1300" dirty="0"/>
          </a:p>
        </p:txBody>
      </p:sp>
      <p:pic>
        <p:nvPicPr>
          <p:cNvPr id="13" name="Image 1" descr="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29107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L'ÉCOLE DES COACHS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076895" y="6309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— 7/8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20040" y="6199632"/>
            <a:ext cx="1155161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3" name="Image 0" descr="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COMPLÉMENTAIRES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94415" cy="7315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481328"/>
            <a:ext cx="10728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[Document / support interne à consulter]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11094415" cy="7315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395728"/>
            <a:ext cx="10728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[Lien ou référence externe]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11094415" cy="7315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310128"/>
            <a:ext cx="10728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[Lecture complémentaire conseillée]</a:t>
            </a:r>
            <a:endParaRPr lang="en-US" sz="1300" dirty="0"/>
          </a:p>
        </p:txBody>
      </p:sp>
      <p:pic>
        <p:nvPicPr>
          <p:cNvPr id="11" name="Image 1" descr="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29107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L'ÉCOLE DES COACHS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076895" y="6309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— 8/8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20040" y="6199632"/>
            <a:ext cx="1155161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2026-08-10T12:23:43Z</dcterms:created>
  <dcterms:modified xsi:type="dcterms:W3CDTF">2026-08-10T12:23:43Z</dcterms:modified>
</cp:coreProperties>
</file>